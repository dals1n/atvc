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9121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2" y="0"/>
                </a:lnTo>
                <a:lnTo>
                  <a:pt x="187462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23153"/>
          </a:xfrm>
          <a:custGeom>
            <a:avLst/>
            <a:gdLst/>
            <a:ahLst/>
            <a:cxnLst/>
            <a:rect r="r" b="b" t="t" l="l"/>
            <a:pathLst>
              <a:path h="10423153" w="18288000">
                <a:moveTo>
                  <a:pt x="0" y="0"/>
                </a:moveTo>
                <a:lnTo>
                  <a:pt x="18288000" y="0"/>
                </a:lnTo>
                <a:lnTo>
                  <a:pt x="18288000" y="10423153"/>
                </a:lnTo>
                <a:lnTo>
                  <a:pt x="0" y="10423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9" t="0" r="-1792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226" y="124026"/>
            <a:ext cx="18047547" cy="10038948"/>
          </a:xfrm>
          <a:custGeom>
            <a:avLst/>
            <a:gdLst/>
            <a:ahLst/>
            <a:cxnLst/>
            <a:rect r="r" b="b" t="t" l="l"/>
            <a:pathLst>
              <a:path h="10038948" w="18047547">
                <a:moveTo>
                  <a:pt x="0" y="0"/>
                </a:moveTo>
                <a:lnTo>
                  <a:pt x="18047548" y="0"/>
                </a:lnTo>
                <a:lnTo>
                  <a:pt x="18047548" y="10038948"/>
                </a:lnTo>
                <a:lnTo>
                  <a:pt x="0" y="10038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211" y="169835"/>
            <a:ext cx="17928475" cy="9972714"/>
          </a:xfrm>
          <a:custGeom>
            <a:avLst/>
            <a:gdLst/>
            <a:ahLst/>
            <a:cxnLst/>
            <a:rect r="r" b="b" t="t" l="l"/>
            <a:pathLst>
              <a:path h="9972714" w="17928475">
                <a:moveTo>
                  <a:pt x="0" y="0"/>
                </a:moveTo>
                <a:lnTo>
                  <a:pt x="17928476" y="0"/>
                </a:lnTo>
                <a:lnTo>
                  <a:pt x="17928476" y="9972715"/>
                </a:lnTo>
                <a:lnTo>
                  <a:pt x="0" y="9972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33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8639" y="136153"/>
            <a:ext cx="17949361" cy="10455503"/>
          </a:xfrm>
          <a:custGeom>
            <a:avLst/>
            <a:gdLst/>
            <a:ahLst/>
            <a:cxnLst/>
            <a:rect r="r" b="b" t="t" l="l"/>
            <a:pathLst>
              <a:path h="10455503" w="17949361">
                <a:moveTo>
                  <a:pt x="0" y="0"/>
                </a:moveTo>
                <a:lnTo>
                  <a:pt x="17949361" y="0"/>
                </a:lnTo>
                <a:lnTo>
                  <a:pt x="17949361" y="10455503"/>
                </a:lnTo>
                <a:lnTo>
                  <a:pt x="0" y="10455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38" y="0"/>
            <a:ext cx="18410738" cy="10287000"/>
          </a:xfrm>
          <a:custGeom>
            <a:avLst/>
            <a:gdLst/>
            <a:ahLst/>
            <a:cxnLst/>
            <a:rect r="r" b="b" t="t" l="l"/>
            <a:pathLst>
              <a:path h="10287000" w="18410738">
                <a:moveTo>
                  <a:pt x="0" y="0"/>
                </a:moveTo>
                <a:lnTo>
                  <a:pt x="18410738" y="0"/>
                </a:lnTo>
                <a:lnTo>
                  <a:pt x="18410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43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195560"/>
          </a:xfrm>
          <a:custGeom>
            <a:avLst/>
            <a:gdLst/>
            <a:ahLst/>
            <a:cxnLst/>
            <a:rect r="r" b="b" t="t" l="l"/>
            <a:pathLst>
              <a:path h="10195560" w="18288000">
                <a:moveTo>
                  <a:pt x="0" y="0"/>
                </a:moveTo>
                <a:lnTo>
                  <a:pt x="18288000" y="0"/>
                </a:lnTo>
                <a:lnTo>
                  <a:pt x="18288000" y="10195560"/>
                </a:lnTo>
                <a:lnTo>
                  <a:pt x="0" y="1019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79934" cy="10798211"/>
          </a:xfrm>
          <a:custGeom>
            <a:avLst/>
            <a:gdLst/>
            <a:ahLst/>
            <a:cxnLst/>
            <a:rect r="r" b="b" t="t" l="l"/>
            <a:pathLst>
              <a:path h="10798211" w="18379934">
                <a:moveTo>
                  <a:pt x="0" y="0"/>
                </a:moveTo>
                <a:lnTo>
                  <a:pt x="18379934" y="0"/>
                </a:lnTo>
                <a:lnTo>
                  <a:pt x="18379934" y="10798211"/>
                </a:lnTo>
                <a:lnTo>
                  <a:pt x="0" y="10798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568" y="0"/>
            <a:ext cx="18535135" cy="10287000"/>
          </a:xfrm>
          <a:custGeom>
            <a:avLst/>
            <a:gdLst/>
            <a:ahLst/>
            <a:cxnLst/>
            <a:rect r="r" b="b" t="t" l="l"/>
            <a:pathLst>
              <a:path h="10287000" w="18535135">
                <a:moveTo>
                  <a:pt x="0" y="0"/>
                </a:moveTo>
                <a:lnTo>
                  <a:pt x="18535136" y="0"/>
                </a:lnTo>
                <a:lnTo>
                  <a:pt x="185351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DAHMqKOniSM</dc:identifier>
  <dcterms:modified xsi:type="dcterms:W3CDTF">2011-08-01T06:04:30Z</dcterms:modified>
  <cp:revision>1</cp:revision>
</cp:coreProperties>
</file>